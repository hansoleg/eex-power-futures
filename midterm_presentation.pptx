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sldSz cx="12192000" cy="6858000"/>
  <p:notesSz cx="6858000" cy="9144000"/>
  <p:defaultTextStyle>
    <a:defPPr>
      <a:defRPr lang="en-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718"/>
  </p:normalViewPr>
  <p:slideViewPr>
    <p:cSldViewPr snapToGrid="0">
      <p:cViewPr varScale="1">
        <p:scale>
          <a:sx n="117" d="100"/>
          <a:sy n="117" d="100"/>
        </p:scale>
        <p:origin x="26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C3790-880D-143F-015B-99DAF4CC2C4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NO"/>
          </a:p>
        </p:txBody>
      </p:sp>
      <p:sp>
        <p:nvSpPr>
          <p:cNvPr id="3" name="Subtitle 2">
            <a:extLst>
              <a:ext uri="{FF2B5EF4-FFF2-40B4-BE49-F238E27FC236}">
                <a16:creationId xmlns:a16="http://schemas.microsoft.com/office/drawing/2014/main" id="{C34EBADA-1173-82AE-F983-D20BA45F2F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NO"/>
          </a:p>
        </p:txBody>
      </p:sp>
      <p:sp>
        <p:nvSpPr>
          <p:cNvPr id="4" name="Date Placeholder 3">
            <a:extLst>
              <a:ext uri="{FF2B5EF4-FFF2-40B4-BE49-F238E27FC236}">
                <a16:creationId xmlns:a16="http://schemas.microsoft.com/office/drawing/2014/main" id="{CE8A1346-7ACA-B50A-44FA-D9260216927B}"/>
              </a:ext>
            </a:extLst>
          </p:cNvPr>
          <p:cNvSpPr>
            <a:spLocks noGrp="1"/>
          </p:cNvSpPr>
          <p:nvPr>
            <p:ph type="dt" sz="half" idx="10"/>
          </p:nvPr>
        </p:nvSpPr>
        <p:spPr/>
        <p:txBody>
          <a:bodyPr/>
          <a:lstStyle/>
          <a:p>
            <a:fld id="{24D44AB1-2DE0-E046-803C-ECA08D98C587}" type="datetimeFigureOut">
              <a:rPr lang="en-NO" smtClean="0"/>
              <a:t>19/03/2026</a:t>
            </a:fld>
            <a:endParaRPr lang="en-NO"/>
          </a:p>
        </p:txBody>
      </p:sp>
      <p:sp>
        <p:nvSpPr>
          <p:cNvPr id="5" name="Footer Placeholder 4">
            <a:extLst>
              <a:ext uri="{FF2B5EF4-FFF2-40B4-BE49-F238E27FC236}">
                <a16:creationId xmlns:a16="http://schemas.microsoft.com/office/drawing/2014/main" id="{42E019BC-C086-C418-0EF4-3090331D60FF}"/>
              </a:ext>
            </a:extLst>
          </p:cNvPr>
          <p:cNvSpPr>
            <a:spLocks noGrp="1"/>
          </p:cNvSpPr>
          <p:nvPr>
            <p:ph type="ftr" sz="quarter" idx="11"/>
          </p:nvPr>
        </p:nvSpPr>
        <p:spPr/>
        <p:txBody>
          <a:bodyPr/>
          <a:lstStyle/>
          <a:p>
            <a:endParaRPr lang="en-NO"/>
          </a:p>
        </p:txBody>
      </p:sp>
      <p:sp>
        <p:nvSpPr>
          <p:cNvPr id="6" name="Slide Number Placeholder 5">
            <a:extLst>
              <a:ext uri="{FF2B5EF4-FFF2-40B4-BE49-F238E27FC236}">
                <a16:creationId xmlns:a16="http://schemas.microsoft.com/office/drawing/2014/main" id="{2E9F7194-EACE-FBD2-4CDF-B5C3F32CB99E}"/>
              </a:ext>
            </a:extLst>
          </p:cNvPr>
          <p:cNvSpPr>
            <a:spLocks noGrp="1"/>
          </p:cNvSpPr>
          <p:nvPr>
            <p:ph type="sldNum" sz="quarter" idx="12"/>
          </p:nvPr>
        </p:nvSpPr>
        <p:spPr/>
        <p:txBody>
          <a:bodyPr/>
          <a:lstStyle/>
          <a:p>
            <a:fld id="{9A29DBE4-00CE-EC43-BFF6-083BDB5AE4FB}" type="slidenum">
              <a:rPr lang="en-NO" smtClean="0"/>
              <a:t>‹#›</a:t>
            </a:fld>
            <a:endParaRPr lang="en-NO"/>
          </a:p>
        </p:txBody>
      </p:sp>
    </p:spTree>
    <p:extLst>
      <p:ext uri="{BB962C8B-B14F-4D97-AF65-F5344CB8AC3E}">
        <p14:creationId xmlns:p14="http://schemas.microsoft.com/office/powerpoint/2010/main" val="2317609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F747C-A85C-9E80-50F5-4F43968A5119}"/>
              </a:ext>
            </a:extLst>
          </p:cNvPr>
          <p:cNvSpPr>
            <a:spLocks noGrp="1"/>
          </p:cNvSpPr>
          <p:nvPr>
            <p:ph type="title"/>
          </p:nvPr>
        </p:nvSpPr>
        <p:spPr/>
        <p:txBody>
          <a:bodyPr/>
          <a:lstStyle/>
          <a:p>
            <a:r>
              <a:rPr lang="en-GB"/>
              <a:t>Click to edit Master title style</a:t>
            </a:r>
            <a:endParaRPr lang="en-NO"/>
          </a:p>
        </p:txBody>
      </p:sp>
      <p:sp>
        <p:nvSpPr>
          <p:cNvPr id="3" name="Content Placeholder 2">
            <a:extLst>
              <a:ext uri="{FF2B5EF4-FFF2-40B4-BE49-F238E27FC236}">
                <a16:creationId xmlns:a16="http://schemas.microsoft.com/office/drawing/2014/main" id="{CC695032-FF8A-C7B1-A607-CD83859DC9F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O"/>
          </a:p>
        </p:txBody>
      </p:sp>
      <p:sp>
        <p:nvSpPr>
          <p:cNvPr id="4" name="Date Placeholder 3">
            <a:extLst>
              <a:ext uri="{FF2B5EF4-FFF2-40B4-BE49-F238E27FC236}">
                <a16:creationId xmlns:a16="http://schemas.microsoft.com/office/drawing/2014/main" id="{770FCC2B-E8DB-AE35-ACC7-F84DD81A779C}"/>
              </a:ext>
            </a:extLst>
          </p:cNvPr>
          <p:cNvSpPr>
            <a:spLocks noGrp="1"/>
          </p:cNvSpPr>
          <p:nvPr>
            <p:ph type="dt" sz="half" idx="10"/>
          </p:nvPr>
        </p:nvSpPr>
        <p:spPr/>
        <p:txBody>
          <a:bodyPr/>
          <a:lstStyle/>
          <a:p>
            <a:fld id="{24D44AB1-2DE0-E046-803C-ECA08D98C587}" type="datetimeFigureOut">
              <a:rPr lang="en-NO" smtClean="0"/>
              <a:t>19/03/2026</a:t>
            </a:fld>
            <a:endParaRPr lang="en-NO"/>
          </a:p>
        </p:txBody>
      </p:sp>
      <p:sp>
        <p:nvSpPr>
          <p:cNvPr id="5" name="Footer Placeholder 4">
            <a:extLst>
              <a:ext uri="{FF2B5EF4-FFF2-40B4-BE49-F238E27FC236}">
                <a16:creationId xmlns:a16="http://schemas.microsoft.com/office/drawing/2014/main" id="{C1ABEFD0-69A0-2FE6-8164-42863580AB64}"/>
              </a:ext>
            </a:extLst>
          </p:cNvPr>
          <p:cNvSpPr>
            <a:spLocks noGrp="1"/>
          </p:cNvSpPr>
          <p:nvPr>
            <p:ph type="ftr" sz="quarter" idx="11"/>
          </p:nvPr>
        </p:nvSpPr>
        <p:spPr/>
        <p:txBody>
          <a:bodyPr/>
          <a:lstStyle/>
          <a:p>
            <a:endParaRPr lang="en-NO"/>
          </a:p>
        </p:txBody>
      </p:sp>
      <p:sp>
        <p:nvSpPr>
          <p:cNvPr id="6" name="Slide Number Placeholder 5">
            <a:extLst>
              <a:ext uri="{FF2B5EF4-FFF2-40B4-BE49-F238E27FC236}">
                <a16:creationId xmlns:a16="http://schemas.microsoft.com/office/drawing/2014/main" id="{09C22D8C-7C8A-564E-1196-B84DA0BD89DC}"/>
              </a:ext>
            </a:extLst>
          </p:cNvPr>
          <p:cNvSpPr>
            <a:spLocks noGrp="1"/>
          </p:cNvSpPr>
          <p:nvPr>
            <p:ph type="sldNum" sz="quarter" idx="12"/>
          </p:nvPr>
        </p:nvSpPr>
        <p:spPr/>
        <p:txBody>
          <a:bodyPr/>
          <a:lstStyle/>
          <a:p>
            <a:fld id="{9A29DBE4-00CE-EC43-BFF6-083BDB5AE4FB}" type="slidenum">
              <a:rPr lang="en-NO" smtClean="0"/>
              <a:t>‹#›</a:t>
            </a:fld>
            <a:endParaRPr lang="en-NO"/>
          </a:p>
        </p:txBody>
      </p:sp>
    </p:spTree>
    <p:extLst>
      <p:ext uri="{BB962C8B-B14F-4D97-AF65-F5344CB8AC3E}">
        <p14:creationId xmlns:p14="http://schemas.microsoft.com/office/powerpoint/2010/main" val="7757737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D3EF4-8FE1-E2A7-112D-E4FA49F36B6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NO"/>
          </a:p>
        </p:txBody>
      </p:sp>
      <p:sp>
        <p:nvSpPr>
          <p:cNvPr id="3" name="Text Placeholder 2">
            <a:extLst>
              <a:ext uri="{FF2B5EF4-FFF2-40B4-BE49-F238E27FC236}">
                <a16:creationId xmlns:a16="http://schemas.microsoft.com/office/drawing/2014/main" id="{5E65B216-18E4-F446-5747-944AFE73D75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70C96F5-1F76-7AEC-9E18-BE0CFDDDD0F7}"/>
              </a:ext>
            </a:extLst>
          </p:cNvPr>
          <p:cNvSpPr>
            <a:spLocks noGrp="1"/>
          </p:cNvSpPr>
          <p:nvPr>
            <p:ph type="dt" sz="half" idx="10"/>
          </p:nvPr>
        </p:nvSpPr>
        <p:spPr/>
        <p:txBody>
          <a:bodyPr/>
          <a:lstStyle/>
          <a:p>
            <a:fld id="{24D44AB1-2DE0-E046-803C-ECA08D98C587}" type="datetimeFigureOut">
              <a:rPr lang="en-NO" smtClean="0"/>
              <a:t>19/03/2026</a:t>
            </a:fld>
            <a:endParaRPr lang="en-NO"/>
          </a:p>
        </p:txBody>
      </p:sp>
      <p:sp>
        <p:nvSpPr>
          <p:cNvPr id="5" name="Footer Placeholder 4">
            <a:extLst>
              <a:ext uri="{FF2B5EF4-FFF2-40B4-BE49-F238E27FC236}">
                <a16:creationId xmlns:a16="http://schemas.microsoft.com/office/drawing/2014/main" id="{A44D6215-1B0F-4CE0-EE26-CE5EAB307E55}"/>
              </a:ext>
            </a:extLst>
          </p:cNvPr>
          <p:cNvSpPr>
            <a:spLocks noGrp="1"/>
          </p:cNvSpPr>
          <p:nvPr>
            <p:ph type="ftr" sz="quarter" idx="11"/>
          </p:nvPr>
        </p:nvSpPr>
        <p:spPr/>
        <p:txBody>
          <a:bodyPr/>
          <a:lstStyle/>
          <a:p>
            <a:endParaRPr lang="en-NO"/>
          </a:p>
        </p:txBody>
      </p:sp>
      <p:sp>
        <p:nvSpPr>
          <p:cNvPr id="6" name="Slide Number Placeholder 5">
            <a:extLst>
              <a:ext uri="{FF2B5EF4-FFF2-40B4-BE49-F238E27FC236}">
                <a16:creationId xmlns:a16="http://schemas.microsoft.com/office/drawing/2014/main" id="{9545AD8A-4E68-7E21-A363-21269A6441B2}"/>
              </a:ext>
            </a:extLst>
          </p:cNvPr>
          <p:cNvSpPr>
            <a:spLocks noGrp="1"/>
          </p:cNvSpPr>
          <p:nvPr>
            <p:ph type="sldNum" sz="quarter" idx="12"/>
          </p:nvPr>
        </p:nvSpPr>
        <p:spPr/>
        <p:txBody>
          <a:bodyPr/>
          <a:lstStyle/>
          <a:p>
            <a:fld id="{9A29DBE4-00CE-EC43-BFF6-083BDB5AE4FB}" type="slidenum">
              <a:rPr lang="en-NO" smtClean="0"/>
              <a:t>‹#›</a:t>
            </a:fld>
            <a:endParaRPr lang="en-NO"/>
          </a:p>
        </p:txBody>
      </p:sp>
    </p:spTree>
    <p:extLst>
      <p:ext uri="{BB962C8B-B14F-4D97-AF65-F5344CB8AC3E}">
        <p14:creationId xmlns:p14="http://schemas.microsoft.com/office/powerpoint/2010/main" val="4092526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7461B-BBFF-F12C-1C68-8E0B0A9E4D42}"/>
              </a:ext>
            </a:extLst>
          </p:cNvPr>
          <p:cNvSpPr>
            <a:spLocks noGrp="1"/>
          </p:cNvSpPr>
          <p:nvPr>
            <p:ph type="title"/>
          </p:nvPr>
        </p:nvSpPr>
        <p:spPr/>
        <p:txBody>
          <a:bodyPr/>
          <a:lstStyle/>
          <a:p>
            <a:r>
              <a:rPr lang="en-GB"/>
              <a:t>Click to edit Master title style</a:t>
            </a:r>
            <a:endParaRPr lang="en-NO"/>
          </a:p>
        </p:txBody>
      </p:sp>
      <p:sp>
        <p:nvSpPr>
          <p:cNvPr id="3" name="Content Placeholder 2">
            <a:extLst>
              <a:ext uri="{FF2B5EF4-FFF2-40B4-BE49-F238E27FC236}">
                <a16:creationId xmlns:a16="http://schemas.microsoft.com/office/drawing/2014/main" id="{ADDB19C9-6F86-14B2-ED13-A9FCC7E4D7C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O"/>
          </a:p>
        </p:txBody>
      </p:sp>
      <p:sp>
        <p:nvSpPr>
          <p:cNvPr id="4" name="Content Placeholder 3">
            <a:extLst>
              <a:ext uri="{FF2B5EF4-FFF2-40B4-BE49-F238E27FC236}">
                <a16:creationId xmlns:a16="http://schemas.microsoft.com/office/drawing/2014/main" id="{0CB3B5C1-600A-02B5-EC24-E90C3AAB2A6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O"/>
          </a:p>
        </p:txBody>
      </p:sp>
      <p:sp>
        <p:nvSpPr>
          <p:cNvPr id="5" name="Date Placeholder 4">
            <a:extLst>
              <a:ext uri="{FF2B5EF4-FFF2-40B4-BE49-F238E27FC236}">
                <a16:creationId xmlns:a16="http://schemas.microsoft.com/office/drawing/2014/main" id="{CAD4D139-A750-92F1-37A1-8131F3274E43}"/>
              </a:ext>
            </a:extLst>
          </p:cNvPr>
          <p:cNvSpPr>
            <a:spLocks noGrp="1"/>
          </p:cNvSpPr>
          <p:nvPr>
            <p:ph type="dt" sz="half" idx="10"/>
          </p:nvPr>
        </p:nvSpPr>
        <p:spPr/>
        <p:txBody>
          <a:bodyPr/>
          <a:lstStyle/>
          <a:p>
            <a:fld id="{24D44AB1-2DE0-E046-803C-ECA08D98C587}" type="datetimeFigureOut">
              <a:rPr lang="en-NO" smtClean="0"/>
              <a:t>19/03/2026</a:t>
            </a:fld>
            <a:endParaRPr lang="en-NO"/>
          </a:p>
        </p:txBody>
      </p:sp>
      <p:sp>
        <p:nvSpPr>
          <p:cNvPr id="6" name="Footer Placeholder 5">
            <a:extLst>
              <a:ext uri="{FF2B5EF4-FFF2-40B4-BE49-F238E27FC236}">
                <a16:creationId xmlns:a16="http://schemas.microsoft.com/office/drawing/2014/main" id="{CE7D3E97-6530-13A8-0634-1809A18461E0}"/>
              </a:ext>
            </a:extLst>
          </p:cNvPr>
          <p:cNvSpPr>
            <a:spLocks noGrp="1"/>
          </p:cNvSpPr>
          <p:nvPr>
            <p:ph type="ftr" sz="quarter" idx="11"/>
          </p:nvPr>
        </p:nvSpPr>
        <p:spPr/>
        <p:txBody>
          <a:bodyPr/>
          <a:lstStyle/>
          <a:p>
            <a:endParaRPr lang="en-NO"/>
          </a:p>
        </p:txBody>
      </p:sp>
      <p:sp>
        <p:nvSpPr>
          <p:cNvPr id="7" name="Slide Number Placeholder 6">
            <a:extLst>
              <a:ext uri="{FF2B5EF4-FFF2-40B4-BE49-F238E27FC236}">
                <a16:creationId xmlns:a16="http://schemas.microsoft.com/office/drawing/2014/main" id="{F7D5E303-30A7-7F87-A919-5D0F6C6C0B47}"/>
              </a:ext>
            </a:extLst>
          </p:cNvPr>
          <p:cNvSpPr>
            <a:spLocks noGrp="1"/>
          </p:cNvSpPr>
          <p:nvPr>
            <p:ph type="sldNum" sz="quarter" idx="12"/>
          </p:nvPr>
        </p:nvSpPr>
        <p:spPr/>
        <p:txBody>
          <a:bodyPr/>
          <a:lstStyle/>
          <a:p>
            <a:fld id="{9A29DBE4-00CE-EC43-BFF6-083BDB5AE4FB}" type="slidenum">
              <a:rPr lang="en-NO" smtClean="0"/>
              <a:t>‹#›</a:t>
            </a:fld>
            <a:endParaRPr lang="en-NO"/>
          </a:p>
        </p:txBody>
      </p:sp>
    </p:spTree>
    <p:extLst>
      <p:ext uri="{BB962C8B-B14F-4D97-AF65-F5344CB8AC3E}">
        <p14:creationId xmlns:p14="http://schemas.microsoft.com/office/powerpoint/2010/main" val="2291105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B3245-29DC-9D49-459D-0425A98F5F2B}"/>
              </a:ext>
            </a:extLst>
          </p:cNvPr>
          <p:cNvSpPr>
            <a:spLocks noGrp="1"/>
          </p:cNvSpPr>
          <p:nvPr>
            <p:ph type="title"/>
          </p:nvPr>
        </p:nvSpPr>
        <p:spPr>
          <a:xfrm>
            <a:off x="839788" y="365125"/>
            <a:ext cx="10515600" cy="1325563"/>
          </a:xfrm>
        </p:spPr>
        <p:txBody>
          <a:bodyPr/>
          <a:lstStyle/>
          <a:p>
            <a:r>
              <a:rPr lang="en-GB"/>
              <a:t>Click to edit Master title style</a:t>
            </a:r>
            <a:endParaRPr lang="en-NO"/>
          </a:p>
        </p:txBody>
      </p:sp>
      <p:sp>
        <p:nvSpPr>
          <p:cNvPr id="3" name="Text Placeholder 2">
            <a:extLst>
              <a:ext uri="{FF2B5EF4-FFF2-40B4-BE49-F238E27FC236}">
                <a16:creationId xmlns:a16="http://schemas.microsoft.com/office/drawing/2014/main" id="{39CBC0BB-2467-D3ED-E060-652BBCB4F6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57E73A1-FA39-21C8-4ADD-5F90C3B877A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O"/>
          </a:p>
        </p:txBody>
      </p:sp>
      <p:sp>
        <p:nvSpPr>
          <p:cNvPr id="5" name="Text Placeholder 4">
            <a:extLst>
              <a:ext uri="{FF2B5EF4-FFF2-40B4-BE49-F238E27FC236}">
                <a16:creationId xmlns:a16="http://schemas.microsoft.com/office/drawing/2014/main" id="{3D54144A-0F0C-90EA-277E-C772AB7B69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D349591-A952-4EB6-96B5-69EA9F7FE59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O"/>
          </a:p>
        </p:txBody>
      </p:sp>
      <p:sp>
        <p:nvSpPr>
          <p:cNvPr id="7" name="Date Placeholder 6">
            <a:extLst>
              <a:ext uri="{FF2B5EF4-FFF2-40B4-BE49-F238E27FC236}">
                <a16:creationId xmlns:a16="http://schemas.microsoft.com/office/drawing/2014/main" id="{18515786-E26C-6C44-4F87-B108D8E279E4}"/>
              </a:ext>
            </a:extLst>
          </p:cNvPr>
          <p:cNvSpPr>
            <a:spLocks noGrp="1"/>
          </p:cNvSpPr>
          <p:nvPr>
            <p:ph type="dt" sz="half" idx="10"/>
          </p:nvPr>
        </p:nvSpPr>
        <p:spPr/>
        <p:txBody>
          <a:bodyPr/>
          <a:lstStyle/>
          <a:p>
            <a:fld id="{24D44AB1-2DE0-E046-803C-ECA08D98C587}" type="datetimeFigureOut">
              <a:rPr lang="en-NO" smtClean="0"/>
              <a:t>19/03/2026</a:t>
            </a:fld>
            <a:endParaRPr lang="en-NO"/>
          </a:p>
        </p:txBody>
      </p:sp>
      <p:sp>
        <p:nvSpPr>
          <p:cNvPr id="8" name="Footer Placeholder 7">
            <a:extLst>
              <a:ext uri="{FF2B5EF4-FFF2-40B4-BE49-F238E27FC236}">
                <a16:creationId xmlns:a16="http://schemas.microsoft.com/office/drawing/2014/main" id="{04AADBB5-B7F6-E3CC-3876-F1F269347790}"/>
              </a:ext>
            </a:extLst>
          </p:cNvPr>
          <p:cNvSpPr>
            <a:spLocks noGrp="1"/>
          </p:cNvSpPr>
          <p:nvPr>
            <p:ph type="ftr" sz="quarter" idx="11"/>
          </p:nvPr>
        </p:nvSpPr>
        <p:spPr/>
        <p:txBody>
          <a:bodyPr/>
          <a:lstStyle/>
          <a:p>
            <a:endParaRPr lang="en-NO"/>
          </a:p>
        </p:txBody>
      </p:sp>
      <p:sp>
        <p:nvSpPr>
          <p:cNvPr id="9" name="Slide Number Placeholder 8">
            <a:extLst>
              <a:ext uri="{FF2B5EF4-FFF2-40B4-BE49-F238E27FC236}">
                <a16:creationId xmlns:a16="http://schemas.microsoft.com/office/drawing/2014/main" id="{361B7EFA-44CF-9802-F04F-9EB861149F29}"/>
              </a:ext>
            </a:extLst>
          </p:cNvPr>
          <p:cNvSpPr>
            <a:spLocks noGrp="1"/>
          </p:cNvSpPr>
          <p:nvPr>
            <p:ph type="sldNum" sz="quarter" idx="12"/>
          </p:nvPr>
        </p:nvSpPr>
        <p:spPr/>
        <p:txBody>
          <a:bodyPr/>
          <a:lstStyle/>
          <a:p>
            <a:fld id="{9A29DBE4-00CE-EC43-BFF6-083BDB5AE4FB}" type="slidenum">
              <a:rPr lang="en-NO" smtClean="0"/>
              <a:t>‹#›</a:t>
            </a:fld>
            <a:endParaRPr lang="en-NO"/>
          </a:p>
        </p:txBody>
      </p:sp>
    </p:spTree>
    <p:extLst>
      <p:ext uri="{BB962C8B-B14F-4D97-AF65-F5344CB8AC3E}">
        <p14:creationId xmlns:p14="http://schemas.microsoft.com/office/powerpoint/2010/main" val="2073165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8F6BB-0B6B-1ECE-E040-A7F75DAEFBFA}"/>
              </a:ext>
            </a:extLst>
          </p:cNvPr>
          <p:cNvSpPr>
            <a:spLocks noGrp="1"/>
          </p:cNvSpPr>
          <p:nvPr>
            <p:ph type="title"/>
          </p:nvPr>
        </p:nvSpPr>
        <p:spPr/>
        <p:txBody>
          <a:bodyPr/>
          <a:lstStyle/>
          <a:p>
            <a:r>
              <a:rPr lang="en-GB"/>
              <a:t>Click to edit Master title style</a:t>
            </a:r>
            <a:endParaRPr lang="en-NO"/>
          </a:p>
        </p:txBody>
      </p:sp>
      <p:sp>
        <p:nvSpPr>
          <p:cNvPr id="3" name="Date Placeholder 2">
            <a:extLst>
              <a:ext uri="{FF2B5EF4-FFF2-40B4-BE49-F238E27FC236}">
                <a16:creationId xmlns:a16="http://schemas.microsoft.com/office/drawing/2014/main" id="{E3B7E151-16D5-7666-6BEF-B973EE5B93AA}"/>
              </a:ext>
            </a:extLst>
          </p:cNvPr>
          <p:cNvSpPr>
            <a:spLocks noGrp="1"/>
          </p:cNvSpPr>
          <p:nvPr>
            <p:ph type="dt" sz="half" idx="10"/>
          </p:nvPr>
        </p:nvSpPr>
        <p:spPr/>
        <p:txBody>
          <a:bodyPr/>
          <a:lstStyle/>
          <a:p>
            <a:fld id="{24D44AB1-2DE0-E046-803C-ECA08D98C587}" type="datetimeFigureOut">
              <a:rPr lang="en-NO" smtClean="0"/>
              <a:t>19/03/2026</a:t>
            </a:fld>
            <a:endParaRPr lang="en-NO"/>
          </a:p>
        </p:txBody>
      </p:sp>
      <p:sp>
        <p:nvSpPr>
          <p:cNvPr id="4" name="Footer Placeholder 3">
            <a:extLst>
              <a:ext uri="{FF2B5EF4-FFF2-40B4-BE49-F238E27FC236}">
                <a16:creationId xmlns:a16="http://schemas.microsoft.com/office/drawing/2014/main" id="{90FDC243-AA08-47B6-3965-A2FF5BE58693}"/>
              </a:ext>
            </a:extLst>
          </p:cNvPr>
          <p:cNvSpPr>
            <a:spLocks noGrp="1"/>
          </p:cNvSpPr>
          <p:nvPr>
            <p:ph type="ftr" sz="quarter" idx="11"/>
          </p:nvPr>
        </p:nvSpPr>
        <p:spPr/>
        <p:txBody>
          <a:bodyPr/>
          <a:lstStyle/>
          <a:p>
            <a:endParaRPr lang="en-NO"/>
          </a:p>
        </p:txBody>
      </p:sp>
      <p:sp>
        <p:nvSpPr>
          <p:cNvPr id="5" name="Slide Number Placeholder 4">
            <a:extLst>
              <a:ext uri="{FF2B5EF4-FFF2-40B4-BE49-F238E27FC236}">
                <a16:creationId xmlns:a16="http://schemas.microsoft.com/office/drawing/2014/main" id="{2B20BF86-3536-EA8C-9B4E-E93D3608AA7D}"/>
              </a:ext>
            </a:extLst>
          </p:cNvPr>
          <p:cNvSpPr>
            <a:spLocks noGrp="1"/>
          </p:cNvSpPr>
          <p:nvPr>
            <p:ph type="sldNum" sz="quarter" idx="12"/>
          </p:nvPr>
        </p:nvSpPr>
        <p:spPr/>
        <p:txBody>
          <a:bodyPr/>
          <a:lstStyle/>
          <a:p>
            <a:fld id="{9A29DBE4-00CE-EC43-BFF6-083BDB5AE4FB}" type="slidenum">
              <a:rPr lang="en-NO" smtClean="0"/>
              <a:t>‹#›</a:t>
            </a:fld>
            <a:endParaRPr lang="en-NO"/>
          </a:p>
        </p:txBody>
      </p:sp>
    </p:spTree>
    <p:extLst>
      <p:ext uri="{BB962C8B-B14F-4D97-AF65-F5344CB8AC3E}">
        <p14:creationId xmlns:p14="http://schemas.microsoft.com/office/powerpoint/2010/main" val="22240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8852AA-C4EC-41BD-0C99-1CFC54995162}"/>
              </a:ext>
            </a:extLst>
          </p:cNvPr>
          <p:cNvSpPr>
            <a:spLocks noGrp="1"/>
          </p:cNvSpPr>
          <p:nvPr>
            <p:ph type="dt" sz="half" idx="10"/>
          </p:nvPr>
        </p:nvSpPr>
        <p:spPr/>
        <p:txBody>
          <a:bodyPr/>
          <a:lstStyle/>
          <a:p>
            <a:fld id="{24D44AB1-2DE0-E046-803C-ECA08D98C587}" type="datetimeFigureOut">
              <a:rPr lang="en-NO" smtClean="0"/>
              <a:t>19/03/2026</a:t>
            </a:fld>
            <a:endParaRPr lang="en-NO"/>
          </a:p>
        </p:txBody>
      </p:sp>
      <p:sp>
        <p:nvSpPr>
          <p:cNvPr id="3" name="Footer Placeholder 2">
            <a:extLst>
              <a:ext uri="{FF2B5EF4-FFF2-40B4-BE49-F238E27FC236}">
                <a16:creationId xmlns:a16="http://schemas.microsoft.com/office/drawing/2014/main" id="{9001B114-2EF2-2D78-BC52-830E511C12E9}"/>
              </a:ext>
            </a:extLst>
          </p:cNvPr>
          <p:cNvSpPr>
            <a:spLocks noGrp="1"/>
          </p:cNvSpPr>
          <p:nvPr>
            <p:ph type="ftr" sz="quarter" idx="11"/>
          </p:nvPr>
        </p:nvSpPr>
        <p:spPr/>
        <p:txBody>
          <a:bodyPr/>
          <a:lstStyle/>
          <a:p>
            <a:endParaRPr lang="en-NO"/>
          </a:p>
        </p:txBody>
      </p:sp>
      <p:sp>
        <p:nvSpPr>
          <p:cNvPr id="4" name="Slide Number Placeholder 3">
            <a:extLst>
              <a:ext uri="{FF2B5EF4-FFF2-40B4-BE49-F238E27FC236}">
                <a16:creationId xmlns:a16="http://schemas.microsoft.com/office/drawing/2014/main" id="{ABBE5A5C-129F-DBE6-2157-54ED534EC6EF}"/>
              </a:ext>
            </a:extLst>
          </p:cNvPr>
          <p:cNvSpPr>
            <a:spLocks noGrp="1"/>
          </p:cNvSpPr>
          <p:nvPr>
            <p:ph type="sldNum" sz="quarter" idx="12"/>
          </p:nvPr>
        </p:nvSpPr>
        <p:spPr/>
        <p:txBody>
          <a:bodyPr/>
          <a:lstStyle/>
          <a:p>
            <a:fld id="{9A29DBE4-00CE-EC43-BFF6-083BDB5AE4FB}" type="slidenum">
              <a:rPr lang="en-NO" smtClean="0"/>
              <a:t>‹#›</a:t>
            </a:fld>
            <a:endParaRPr lang="en-NO"/>
          </a:p>
        </p:txBody>
      </p:sp>
    </p:spTree>
    <p:extLst>
      <p:ext uri="{BB962C8B-B14F-4D97-AF65-F5344CB8AC3E}">
        <p14:creationId xmlns:p14="http://schemas.microsoft.com/office/powerpoint/2010/main" val="3017854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556EA-12D4-198B-E655-C3DB8B0474A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NO"/>
          </a:p>
        </p:txBody>
      </p:sp>
      <p:sp>
        <p:nvSpPr>
          <p:cNvPr id="3" name="Content Placeholder 2">
            <a:extLst>
              <a:ext uri="{FF2B5EF4-FFF2-40B4-BE49-F238E27FC236}">
                <a16:creationId xmlns:a16="http://schemas.microsoft.com/office/drawing/2014/main" id="{47F68181-626D-6436-E4E5-1110975A7D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O"/>
          </a:p>
        </p:txBody>
      </p:sp>
      <p:sp>
        <p:nvSpPr>
          <p:cNvPr id="4" name="Text Placeholder 3">
            <a:extLst>
              <a:ext uri="{FF2B5EF4-FFF2-40B4-BE49-F238E27FC236}">
                <a16:creationId xmlns:a16="http://schemas.microsoft.com/office/drawing/2014/main" id="{55F7B23E-9E87-4943-8D20-9C43B257B8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36CC300-66EC-ABD2-EBAC-32D7F33D1F59}"/>
              </a:ext>
            </a:extLst>
          </p:cNvPr>
          <p:cNvSpPr>
            <a:spLocks noGrp="1"/>
          </p:cNvSpPr>
          <p:nvPr>
            <p:ph type="dt" sz="half" idx="10"/>
          </p:nvPr>
        </p:nvSpPr>
        <p:spPr/>
        <p:txBody>
          <a:bodyPr/>
          <a:lstStyle/>
          <a:p>
            <a:fld id="{24D44AB1-2DE0-E046-803C-ECA08D98C587}" type="datetimeFigureOut">
              <a:rPr lang="en-NO" smtClean="0"/>
              <a:t>19/03/2026</a:t>
            </a:fld>
            <a:endParaRPr lang="en-NO"/>
          </a:p>
        </p:txBody>
      </p:sp>
      <p:sp>
        <p:nvSpPr>
          <p:cNvPr id="6" name="Footer Placeholder 5">
            <a:extLst>
              <a:ext uri="{FF2B5EF4-FFF2-40B4-BE49-F238E27FC236}">
                <a16:creationId xmlns:a16="http://schemas.microsoft.com/office/drawing/2014/main" id="{F81CF99B-2660-D033-35C2-96B1C82FA16A}"/>
              </a:ext>
            </a:extLst>
          </p:cNvPr>
          <p:cNvSpPr>
            <a:spLocks noGrp="1"/>
          </p:cNvSpPr>
          <p:nvPr>
            <p:ph type="ftr" sz="quarter" idx="11"/>
          </p:nvPr>
        </p:nvSpPr>
        <p:spPr/>
        <p:txBody>
          <a:bodyPr/>
          <a:lstStyle/>
          <a:p>
            <a:endParaRPr lang="en-NO"/>
          </a:p>
        </p:txBody>
      </p:sp>
      <p:sp>
        <p:nvSpPr>
          <p:cNvPr id="7" name="Slide Number Placeholder 6">
            <a:extLst>
              <a:ext uri="{FF2B5EF4-FFF2-40B4-BE49-F238E27FC236}">
                <a16:creationId xmlns:a16="http://schemas.microsoft.com/office/drawing/2014/main" id="{6D33942D-6DBE-2DEC-FE05-538659AC5CD1}"/>
              </a:ext>
            </a:extLst>
          </p:cNvPr>
          <p:cNvSpPr>
            <a:spLocks noGrp="1"/>
          </p:cNvSpPr>
          <p:nvPr>
            <p:ph type="sldNum" sz="quarter" idx="12"/>
          </p:nvPr>
        </p:nvSpPr>
        <p:spPr/>
        <p:txBody>
          <a:bodyPr/>
          <a:lstStyle/>
          <a:p>
            <a:fld id="{9A29DBE4-00CE-EC43-BFF6-083BDB5AE4FB}" type="slidenum">
              <a:rPr lang="en-NO" smtClean="0"/>
              <a:t>‹#›</a:t>
            </a:fld>
            <a:endParaRPr lang="en-NO"/>
          </a:p>
        </p:txBody>
      </p:sp>
    </p:spTree>
    <p:extLst>
      <p:ext uri="{BB962C8B-B14F-4D97-AF65-F5344CB8AC3E}">
        <p14:creationId xmlns:p14="http://schemas.microsoft.com/office/powerpoint/2010/main" val="1411455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0D8FD-5F1D-866F-C291-C8AF57A2A8A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NO"/>
          </a:p>
        </p:txBody>
      </p:sp>
      <p:sp>
        <p:nvSpPr>
          <p:cNvPr id="3" name="Picture Placeholder 2">
            <a:extLst>
              <a:ext uri="{FF2B5EF4-FFF2-40B4-BE49-F238E27FC236}">
                <a16:creationId xmlns:a16="http://schemas.microsoft.com/office/drawing/2014/main" id="{9D74C31C-8E6F-8FF3-2081-BF679C47AE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O"/>
          </a:p>
        </p:txBody>
      </p:sp>
      <p:sp>
        <p:nvSpPr>
          <p:cNvPr id="4" name="Text Placeholder 3">
            <a:extLst>
              <a:ext uri="{FF2B5EF4-FFF2-40B4-BE49-F238E27FC236}">
                <a16:creationId xmlns:a16="http://schemas.microsoft.com/office/drawing/2014/main" id="{C6CAB27F-F688-D692-A20C-D1A92A2D65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2657350-E19B-E8A4-A334-1E35A40BB128}"/>
              </a:ext>
            </a:extLst>
          </p:cNvPr>
          <p:cNvSpPr>
            <a:spLocks noGrp="1"/>
          </p:cNvSpPr>
          <p:nvPr>
            <p:ph type="dt" sz="half" idx="10"/>
          </p:nvPr>
        </p:nvSpPr>
        <p:spPr/>
        <p:txBody>
          <a:bodyPr/>
          <a:lstStyle/>
          <a:p>
            <a:fld id="{24D44AB1-2DE0-E046-803C-ECA08D98C587}" type="datetimeFigureOut">
              <a:rPr lang="en-NO" smtClean="0"/>
              <a:t>19/03/2026</a:t>
            </a:fld>
            <a:endParaRPr lang="en-NO"/>
          </a:p>
        </p:txBody>
      </p:sp>
      <p:sp>
        <p:nvSpPr>
          <p:cNvPr id="6" name="Footer Placeholder 5">
            <a:extLst>
              <a:ext uri="{FF2B5EF4-FFF2-40B4-BE49-F238E27FC236}">
                <a16:creationId xmlns:a16="http://schemas.microsoft.com/office/drawing/2014/main" id="{3B8F80E5-7F96-2CE7-23D4-0577BFF6229B}"/>
              </a:ext>
            </a:extLst>
          </p:cNvPr>
          <p:cNvSpPr>
            <a:spLocks noGrp="1"/>
          </p:cNvSpPr>
          <p:nvPr>
            <p:ph type="ftr" sz="quarter" idx="11"/>
          </p:nvPr>
        </p:nvSpPr>
        <p:spPr/>
        <p:txBody>
          <a:bodyPr/>
          <a:lstStyle/>
          <a:p>
            <a:endParaRPr lang="en-NO"/>
          </a:p>
        </p:txBody>
      </p:sp>
      <p:sp>
        <p:nvSpPr>
          <p:cNvPr id="7" name="Slide Number Placeholder 6">
            <a:extLst>
              <a:ext uri="{FF2B5EF4-FFF2-40B4-BE49-F238E27FC236}">
                <a16:creationId xmlns:a16="http://schemas.microsoft.com/office/drawing/2014/main" id="{BF6A1E87-6C94-1BD7-1098-86AF61505B09}"/>
              </a:ext>
            </a:extLst>
          </p:cNvPr>
          <p:cNvSpPr>
            <a:spLocks noGrp="1"/>
          </p:cNvSpPr>
          <p:nvPr>
            <p:ph type="sldNum" sz="quarter" idx="12"/>
          </p:nvPr>
        </p:nvSpPr>
        <p:spPr/>
        <p:txBody>
          <a:bodyPr/>
          <a:lstStyle/>
          <a:p>
            <a:fld id="{9A29DBE4-00CE-EC43-BFF6-083BDB5AE4FB}" type="slidenum">
              <a:rPr lang="en-NO" smtClean="0"/>
              <a:t>‹#›</a:t>
            </a:fld>
            <a:endParaRPr lang="en-NO"/>
          </a:p>
        </p:txBody>
      </p:sp>
    </p:spTree>
    <p:extLst>
      <p:ext uri="{BB962C8B-B14F-4D97-AF65-F5344CB8AC3E}">
        <p14:creationId xmlns:p14="http://schemas.microsoft.com/office/powerpoint/2010/main" val="3492799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BAE1E-824B-3EF3-4A53-4A5B235B8D4D}"/>
              </a:ext>
            </a:extLst>
          </p:cNvPr>
          <p:cNvSpPr>
            <a:spLocks noGrp="1"/>
          </p:cNvSpPr>
          <p:nvPr>
            <p:ph type="title"/>
          </p:nvPr>
        </p:nvSpPr>
        <p:spPr/>
        <p:txBody>
          <a:bodyPr/>
          <a:lstStyle/>
          <a:p>
            <a:r>
              <a:rPr lang="en-GB"/>
              <a:t>Click to edit Master title style</a:t>
            </a:r>
            <a:endParaRPr lang="en-NO"/>
          </a:p>
        </p:txBody>
      </p:sp>
      <p:sp>
        <p:nvSpPr>
          <p:cNvPr id="3" name="Vertical Text Placeholder 2">
            <a:extLst>
              <a:ext uri="{FF2B5EF4-FFF2-40B4-BE49-F238E27FC236}">
                <a16:creationId xmlns:a16="http://schemas.microsoft.com/office/drawing/2014/main" id="{A459899A-2F7C-3E5C-9E1B-FD10477BD68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O"/>
          </a:p>
        </p:txBody>
      </p:sp>
      <p:sp>
        <p:nvSpPr>
          <p:cNvPr id="4" name="Date Placeholder 3">
            <a:extLst>
              <a:ext uri="{FF2B5EF4-FFF2-40B4-BE49-F238E27FC236}">
                <a16:creationId xmlns:a16="http://schemas.microsoft.com/office/drawing/2014/main" id="{1F13BB3D-057F-6334-C2B5-0F4F979AA27C}"/>
              </a:ext>
            </a:extLst>
          </p:cNvPr>
          <p:cNvSpPr>
            <a:spLocks noGrp="1"/>
          </p:cNvSpPr>
          <p:nvPr>
            <p:ph type="dt" sz="half" idx="10"/>
          </p:nvPr>
        </p:nvSpPr>
        <p:spPr/>
        <p:txBody>
          <a:bodyPr/>
          <a:lstStyle/>
          <a:p>
            <a:fld id="{24D44AB1-2DE0-E046-803C-ECA08D98C587}" type="datetimeFigureOut">
              <a:rPr lang="en-NO" smtClean="0"/>
              <a:t>19/03/2026</a:t>
            </a:fld>
            <a:endParaRPr lang="en-NO"/>
          </a:p>
        </p:txBody>
      </p:sp>
      <p:sp>
        <p:nvSpPr>
          <p:cNvPr id="5" name="Footer Placeholder 4">
            <a:extLst>
              <a:ext uri="{FF2B5EF4-FFF2-40B4-BE49-F238E27FC236}">
                <a16:creationId xmlns:a16="http://schemas.microsoft.com/office/drawing/2014/main" id="{BE6FCCF0-80AB-286F-34CD-5CE6C1F3CF20}"/>
              </a:ext>
            </a:extLst>
          </p:cNvPr>
          <p:cNvSpPr>
            <a:spLocks noGrp="1"/>
          </p:cNvSpPr>
          <p:nvPr>
            <p:ph type="ftr" sz="quarter" idx="11"/>
          </p:nvPr>
        </p:nvSpPr>
        <p:spPr/>
        <p:txBody>
          <a:bodyPr/>
          <a:lstStyle/>
          <a:p>
            <a:endParaRPr lang="en-NO"/>
          </a:p>
        </p:txBody>
      </p:sp>
      <p:sp>
        <p:nvSpPr>
          <p:cNvPr id="6" name="Slide Number Placeholder 5">
            <a:extLst>
              <a:ext uri="{FF2B5EF4-FFF2-40B4-BE49-F238E27FC236}">
                <a16:creationId xmlns:a16="http://schemas.microsoft.com/office/drawing/2014/main" id="{58BD8913-3C28-B2DD-D4F7-A1798E569CAF}"/>
              </a:ext>
            </a:extLst>
          </p:cNvPr>
          <p:cNvSpPr>
            <a:spLocks noGrp="1"/>
          </p:cNvSpPr>
          <p:nvPr>
            <p:ph type="sldNum" sz="quarter" idx="12"/>
          </p:nvPr>
        </p:nvSpPr>
        <p:spPr/>
        <p:txBody>
          <a:bodyPr/>
          <a:lstStyle/>
          <a:p>
            <a:fld id="{9A29DBE4-00CE-EC43-BFF6-083BDB5AE4FB}" type="slidenum">
              <a:rPr lang="en-NO" smtClean="0"/>
              <a:t>‹#›</a:t>
            </a:fld>
            <a:endParaRPr lang="en-NO"/>
          </a:p>
        </p:txBody>
      </p:sp>
    </p:spTree>
    <p:extLst>
      <p:ext uri="{BB962C8B-B14F-4D97-AF65-F5344CB8AC3E}">
        <p14:creationId xmlns:p14="http://schemas.microsoft.com/office/powerpoint/2010/main" val="2942097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836FE1-F42D-FE12-3517-6B0CE1D0EE9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NO"/>
          </a:p>
        </p:txBody>
      </p:sp>
      <p:sp>
        <p:nvSpPr>
          <p:cNvPr id="3" name="Vertical Text Placeholder 2">
            <a:extLst>
              <a:ext uri="{FF2B5EF4-FFF2-40B4-BE49-F238E27FC236}">
                <a16:creationId xmlns:a16="http://schemas.microsoft.com/office/drawing/2014/main" id="{431FB2BC-4878-70EC-90B6-0718345F8AE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O"/>
          </a:p>
        </p:txBody>
      </p:sp>
      <p:sp>
        <p:nvSpPr>
          <p:cNvPr id="4" name="Date Placeholder 3">
            <a:extLst>
              <a:ext uri="{FF2B5EF4-FFF2-40B4-BE49-F238E27FC236}">
                <a16:creationId xmlns:a16="http://schemas.microsoft.com/office/drawing/2014/main" id="{F388511E-211B-4AA7-1755-280ACB25C193}"/>
              </a:ext>
            </a:extLst>
          </p:cNvPr>
          <p:cNvSpPr>
            <a:spLocks noGrp="1"/>
          </p:cNvSpPr>
          <p:nvPr>
            <p:ph type="dt" sz="half" idx="10"/>
          </p:nvPr>
        </p:nvSpPr>
        <p:spPr/>
        <p:txBody>
          <a:bodyPr/>
          <a:lstStyle/>
          <a:p>
            <a:fld id="{24D44AB1-2DE0-E046-803C-ECA08D98C587}" type="datetimeFigureOut">
              <a:rPr lang="en-NO" smtClean="0"/>
              <a:t>19/03/2026</a:t>
            </a:fld>
            <a:endParaRPr lang="en-NO"/>
          </a:p>
        </p:txBody>
      </p:sp>
      <p:sp>
        <p:nvSpPr>
          <p:cNvPr id="5" name="Footer Placeholder 4">
            <a:extLst>
              <a:ext uri="{FF2B5EF4-FFF2-40B4-BE49-F238E27FC236}">
                <a16:creationId xmlns:a16="http://schemas.microsoft.com/office/drawing/2014/main" id="{EAE838DA-D1B5-596D-6701-CBC724359C3B}"/>
              </a:ext>
            </a:extLst>
          </p:cNvPr>
          <p:cNvSpPr>
            <a:spLocks noGrp="1"/>
          </p:cNvSpPr>
          <p:nvPr>
            <p:ph type="ftr" sz="quarter" idx="11"/>
          </p:nvPr>
        </p:nvSpPr>
        <p:spPr/>
        <p:txBody>
          <a:bodyPr/>
          <a:lstStyle/>
          <a:p>
            <a:endParaRPr lang="en-NO"/>
          </a:p>
        </p:txBody>
      </p:sp>
      <p:sp>
        <p:nvSpPr>
          <p:cNvPr id="6" name="Slide Number Placeholder 5">
            <a:extLst>
              <a:ext uri="{FF2B5EF4-FFF2-40B4-BE49-F238E27FC236}">
                <a16:creationId xmlns:a16="http://schemas.microsoft.com/office/drawing/2014/main" id="{2C8E5E80-9110-C905-93AB-28419DCF67A6}"/>
              </a:ext>
            </a:extLst>
          </p:cNvPr>
          <p:cNvSpPr>
            <a:spLocks noGrp="1"/>
          </p:cNvSpPr>
          <p:nvPr>
            <p:ph type="sldNum" sz="quarter" idx="12"/>
          </p:nvPr>
        </p:nvSpPr>
        <p:spPr/>
        <p:txBody>
          <a:bodyPr/>
          <a:lstStyle/>
          <a:p>
            <a:fld id="{9A29DBE4-00CE-EC43-BFF6-083BDB5AE4FB}" type="slidenum">
              <a:rPr lang="en-NO" smtClean="0"/>
              <a:t>‹#›</a:t>
            </a:fld>
            <a:endParaRPr lang="en-NO"/>
          </a:p>
        </p:txBody>
      </p:sp>
    </p:spTree>
    <p:extLst>
      <p:ext uri="{BB962C8B-B14F-4D97-AF65-F5344CB8AC3E}">
        <p14:creationId xmlns:p14="http://schemas.microsoft.com/office/powerpoint/2010/main" val="820558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669FD5-531D-4F7E-A7A6-CB959CB781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NO"/>
          </a:p>
        </p:txBody>
      </p:sp>
      <p:sp>
        <p:nvSpPr>
          <p:cNvPr id="3" name="Text Placeholder 2">
            <a:extLst>
              <a:ext uri="{FF2B5EF4-FFF2-40B4-BE49-F238E27FC236}">
                <a16:creationId xmlns:a16="http://schemas.microsoft.com/office/drawing/2014/main" id="{67EC7F8A-8C49-ADE7-E1FE-A678847033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O"/>
          </a:p>
        </p:txBody>
      </p:sp>
      <p:sp>
        <p:nvSpPr>
          <p:cNvPr id="4" name="Date Placeholder 3">
            <a:extLst>
              <a:ext uri="{FF2B5EF4-FFF2-40B4-BE49-F238E27FC236}">
                <a16:creationId xmlns:a16="http://schemas.microsoft.com/office/drawing/2014/main" id="{AB36D409-33F9-7A8A-A0C6-69A4C979B7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4D44AB1-2DE0-E046-803C-ECA08D98C587}" type="datetimeFigureOut">
              <a:rPr lang="en-NO" smtClean="0"/>
              <a:t>19/03/2026</a:t>
            </a:fld>
            <a:endParaRPr lang="en-NO"/>
          </a:p>
        </p:txBody>
      </p:sp>
      <p:sp>
        <p:nvSpPr>
          <p:cNvPr id="5" name="Footer Placeholder 4">
            <a:extLst>
              <a:ext uri="{FF2B5EF4-FFF2-40B4-BE49-F238E27FC236}">
                <a16:creationId xmlns:a16="http://schemas.microsoft.com/office/drawing/2014/main" id="{5361D7F4-BDDC-9EC5-0A44-B171C92432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O"/>
          </a:p>
        </p:txBody>
      </p:sp>
      <p:sp>
        <p:nvSpPr>
          <p:cNvPr id="6" name="Slide Number Placeholder 5">
            <a:extLst>
              <a:ext uri="{FF2B5EF4-FFF2-40B4-BE49-F238E27FC236}">
                <a16:creationId xmlns:a16="http://schemas.microsoft.com/office/drawing/2014/main" id="{1E37615B-F10E-D5F2-983A-1A98671C56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29DBE4-00CE-EC43-BFF6-083BDB5AE4FB}" type="slidenum">
              <a:rPr lang="en-NO" smtClean="0"/>
              <a:t>‹#›</a:t>
            </a:fld>
            <a:endParaRPr lang="en-NO"/>
          </a:p>
        </p:txBody>
      </p:sp>
    </p:spTree>
    <p:extLst>
      <p:ext uri="{BB962C8B-B14F-4D97-AF65-F5344CB8AC3E}">
        <p14:creationId xmlns:p14="http://schemas.microsoft.com/office/powerpoint/2010/main" val="852486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D55-D0FB-C8A3-22C9-6414ED8941AC}"/>
              </a:ext>
            </a:extLst>
          </p:cNvPr>
          <p:cNvSpPr>
            <a:spLocks noGrp="1"/>
          </p:cNvSpPr>
          <p:nvPr>
            <p:ph type="ctrTitle"/>
          </p:nvPr>
        </p:nvSpPr>
        <p:spPr/>
        <p:txBody>
          <a:bodyPr/>
          <a:lstStyle/>
          <a:p>
            <a:r>
              <a:rPr lang="en-NO" dirty="0"/>
              <a:t>Exam answer</a:t>
            </a:r>
          </a:p>
        </p:txBody>
      </p:sp>
      <p:sp>
        <p:nvSpPr>
          <p:cNvPr id="3" name="Subtitle 2">
            <a:extLst>
              <a:ext uri="{FF2B5EF4-FFF2-40B4-BE49-F238E27FC236}">
                <a16:creationId xmlns:a16="http://schemas.microsoft.com/office/drawing/2014/main" id="{E4774A89-1A0C-DED2-AC18-48E17A0E3B70}"/>
              </a:ext>
            </a:extLst>
          </p:cNvPr>
          <p:cNvSpPr>
            <a:spLocks noGrp="1"/>
          </p:cNvSpPr>
          <p:nvPr>
            <p:ph type="subTitle" idx="1"/>
          </p:nvPr>
        </p:nvSpPr>
        <p:spPr/>
        <p:txBody>
          <a:bodyPr/>
          <a:lstStyle/>
          <a:p>
            <a:endParaRPr lang="en-NO"/>
          </a:p>
        </p:txBody>
      </p:sp>
    </p:spTree>
    <p:extLst>
      <p:ext uri="{BB962C8B-B14F-4D97-AF65-F5344CB8AC3E}">
        <p14:creationId xmlns:p14="http://schemas.microsoft.com/office/powerpoint/2010/main" val="41660676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96D51-1CF5-84FA-72BF-05B0CE9D6E46}"/>
              </a:ext>
            </a:extLst>
          </p:cNvPr>
          <p:cNvSpPr>
            <a:spLocks noGrp="1"/>
          </p:cNvSpPr>
          <p:nvPr>
            <p:ph type="title"/>
          </p:nvPr>
        </p:nvSpPr>
        <p:spPr/>
        <p:txBody>
          <a:bodyPr/>
          <a:lstStyle/>
          <a:p>
            <a:endParaRPr lang="en-NO" dirty="0"/>
          </a:p>
        </p:txBody>
      </p:sp>
      <p:sp>
        <p:nvSpPr>
          <p:cNvPr id="3" name="Content Placeholder 2">
            <a:extLst>
              <a:ext uri="{FF2B5EF4-FFF2-40B4-BE49-F238E27FC236}">
                <a16:creationId xmlns:a16="http://schemas.microsoft.com/office/drawing/2014/main" id="{BC4362C9-5CB3-743C-1A71-BE662E9B97CB}"/>
              </a:ext>
            </a:extLst>
          </p:cNvPr>
          <p:cNvSpPr>
            <a:spLocks noGrp="1"/>
          </p:cNvSpPr>
          <p:nvPr>
            <p:ph idx="1"/>
          </p:nvPr>
        </p:nvSpPr>
        <p:spPr/>
        <p:txBody>
          <a:bodyPr>
            <a:normAutofit/>
          </a:bodyPr>
          <a:lstStyle/>
          <a:p>
            <a:pPr marL="0" indent="0">
              <a:buNone/>
            </a:pPr>
            <a:r>
              <a:rPr lang="en-GB" sz="2000" dirty="0"/>
              <a:t>I choose the six-contract universe as EEXFM1, EEXFM2, EEXFQ1, EEXY1, ENOFM1, and ENOY1. This satisfies the assignment requirement to include the German front-month contract and at least one Nordic contract. The selection provides variation across both markets and maturities, covering monthly, quarterly, and yearly contracts. This is useful because trading signals and volatility may differ across horizons. I also include EEXFM2 because the option-pricing question later in the assignment is based on this contract, which makes the investment universe consistent with the rest of the analysis.</a:t>
            </a:r>
            <a:endParaRPr lang="en-NO" sz="2000" dirty="0">
              <a:latin typeface="+mj-lt"/>
              <a:ea typeface="+mj-ea"/>
              <a:cs typeface="+mj-cs"/>
            </a:endParaRPr>
          </a:p>
        </p:txBody>
      </p:sp>
    </p:spTree>
    <p:extLst>
      <p:ext uri="{BB962C8B-B14F-4D97-AF65-F5344CB8AC3E}">
        <p14:creationId xmlns:p14="http://schemas.microsoft.com/office/powerpoint/2010/main" val="40705568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102</Words>
  <Application>Microsoft Macintosh PowerPoint</Application>
  <PresentationFormat>Widescreen</PresentationFormat>
  <Paragraphs>2</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Exam answer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Hans Ole Giske</dc:creator>
  <cp:lastModifiedBy>Hans Ole Giske</cp:lastModifiedBy>
  <cp:revision>1</cp:revision>
  <dcterms:created xsi:type="dcterms:W3CDTF">2026-03-19T11:31:26Z</dcterms:created>
  <dcterms:modified xsi:type="dcterms:W3CDTF">2026-03-19T11:34:32Z</dcterms:modified>
</cp:coreProperties>
</file>